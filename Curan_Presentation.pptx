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D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914400"/>
            <a:ext cx="2926080" cy="347472"/>
          </a:xfrm>
          <a:prstGeom prst="rect">
            <a:avLst/>
          </a:prstGeom>
          <a:solidFill>
            <a:srgbClr val="0A3020"/>
          </a:solidFill>
          <a:ln w="1270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914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295"/>
                </a:solidFill>
              </a:rPr>
              <a:t>PROJET MOBILE  •  FLUTTER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Curan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4AD295"/>
                </a:solidFill>
              </a:rPr>
              <a:t>قُرْآن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Application mobile sécurisée pour écouter le Coran
avec authentification biométrique, Firebase &amp; horaires de prière.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4480560"/>
            <a:ext cx="5376672" cy="1737360"/>
          </a:xfrm>
          <a:prstGeom prst="rect">
            <a:avLst/>
          </a:prstGeom>
          <a:solidFill>
            <a:srgbClr val="0A1812"/>
          </a:solidFill>
          <a:ln w="12700">
            <a:solidFill>
              <a:srgbClr val="2A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9078"/>
                </a:solidFill>
              </a:rPr>
              <a:t>PRÉSENTÉ PAR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66" y="4732794"/>
            <a:ext cx="40912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AD295"/>
                </a:solidFill>
              </a:rPr>
              <a:t>Slimani Mohamed Rayan &amp; </a:t>
            </a:r>
            <a:r>
              <a:rPr lang="en-GB" sz="2000" b="1" dirty="0">
                <a:solidFill>
                  <a:srgbClr val="4AD295"/>
                </a:solidFill>
              </a:rPr>
              <a:t>Mohammed Mariche Anis</a:t>
            </a:r>
            <a:endParaRPr sz="2000" b="1" i="0" dirty="0">
              <a:solidFill>
                <a:srgbClr val="4AD29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B0B8C8"/>
                </a:solidFill>
              </a:rPr>
              <a:t>[ </a:t>
            </a:r>
            <a:r>
              <a:rPr lang="en-US" sz="1000" dirty="0">
                <a:solidFill>
                  <a:srgbClr val="B0B8C8"/>
                </a:solidFill>
              </a:rPr>
              <a:t>info </a:t>
            </a:r>
            <a:r>
              <a:rPr lang="en-US" sz="1000" dirty="0" err="1">
                <a:solidFill>
                  <a:srgbClr val="B0B8C8"/>
                </a:solidFill>
              </a:rPr>
              <a:t>ing</a:t>
            </a:r>
            <a:r>
              <a:rPr lang="en-US" sz="1000" dirty="0">
                <a:solidFill>
                  <a:srgbClr val="B0B8C8"/>
                </a:solidFill>
              </a:rPr>
              <a:t> 3</a:t>
            </a:r>
            <a:r>
              <a:rPr sz="1000" b="0" i="0" dirty="0">
                <a:solidFill>
                  <a:srgbClr val="B0B8C8"/>
                </a:solidFill>
              </a:rPr>
              <a:t>  •  </a:t>
            </a:r>
            <a:r>
              <a:rPr lang="en-US" sz="1000" dirty="0">
                <a:solidFill>
                  <a:srgbClr val="B0B8C8"/>
                </a:solidFill>
              </a:rPr>
              <a:t>cyber </a:t>
            </a:r>
            <a:r>
              <a:rPr lang="en-US" sz="1000" dirty="0" err="1">
                <a:solidFill>
                  <a:srgbClr val="B0B8C8"/>
                </a:solidFill>
              </a:rPr>
              <a:t>secu</a:t>
            </a:r>
            <a:r>
              <a:rPr sz="1000" b="0" i="0" dirty="0">
                <a:solidFill>
                  <a:srgbClr val="B0B8C8"/>
                </a:solidFill>
              </a:rPr>
              <a:t>  • </a:t>
            </a:r>
            <a:r>
              <a:rPr lang="en-US" sz="1000" b="0" i="0" dirty="0">
                <a:solidFill>
                  <a:srgbClr val="B0B8C8"/>
                </a:solidFill>
              </a:rPr>
              <a:t> </a:t>
            </a:r>
            <a:r>
              <a:rPr lang="en-US" sz="1000" b="0" i="0" dirty="0" err="1">
                <a:solidFill>
                  <a:srgbClr val="B0B8C8"/>
                </a:solidFill>
              </a:rPr>
              <a:t>Usthb</a:t>
            </a:r>
            <a:r>
              <a:rPr sz="1000" b="0" i="0" dirty="0">
                <a:solidFill>
                  <a:srgbClr val="B0B8C8"/>
                </a:solidFill>
              </a:rPr>
              <a:t>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06440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507060"/>
                </a:solidFill>
              </a:rPr>
              <a:t>[ </a:t>
            </a:r>
            <a:r>
              <a:rPr lang="en-US" sz="900" dirty="0">
                <a:solidFill>
                  <a:srgbClr val="507060"/>
                </a:solidFill>
              </a:rPr>
              <a:t>06-05-2026</a:t>
            </a:r>
            <a:r>
              <a:rPr sz="900" b="0" i="0" dirty="0">
                <a:solidFill>
                  <a:srgbClr val="507060"/>
                </a:solidFill>
              </a:rPr>
              <a:t>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8288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FFFFFF"/>
                </a:solidFill>
              </a:rPr>
              <a:t>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D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295"/>
                </a:solidFill>
              </a:rPr>
              <a:t>PLAN DE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02920" cy="64008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9659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3957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Présentation du Projet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8163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Contexte, objectifs et motivation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828800"/>
            <a:ext cx="3566160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9659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9202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3957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Fonctionnalités Clés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8163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Les 8 features principales de l'application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3566160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5632" y="19659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19202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3957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8163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Stack, patterns et organisation du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40480"/>
            <a:ext cx="3566160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39776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931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44074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Démonstration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482803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Aperçu des écrans et interfaces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840480"/>
            <a:ext cx="3566160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45152" y="39776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931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44074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Défis &amp; Solutions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82803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Problèmes rencontrés et solutions adoptées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840480"/>
            <a:ext cx="3566160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85632" y="39776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3931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44074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482803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Bilan et améliorations futures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D2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-731520"/>
            <a:ext cx="3200400" cy="32004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295"/>
                </a:solidFill>
              </a:rPr>
              <a:t>01 —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Qu'est-ce que Curan 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02920" cy="64008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3566160" cy="201168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856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7744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Contexte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715768"/>
            <a:ext cx="3236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Application Flutter dédiée à l'écoute du Saint Coran.
Disponible sur Android, iOS et Web.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691640"/>
            <a:ext cx="3566160" cy="201168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856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37744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Objectif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715768"/>
            <a:ext cx="3236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Offrir une expérience sécurisée et personnalisée pour la récitation et l'écoute du Coran.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1856" y="1691640"/>
            <a:ext cx="3566160" cy="201168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856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37744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715768"/>
            <a:ext cx="3236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Combiner spiritualité et technologie : biométrie, cloud, géolocalisation et statistiques.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2121408" cy="384048"/>
          </a:xfrm>
          <a:prstGeom prst="rect">
            <a:avLst/>
          </a:prstGeom>
          <a:solidFill>
            <a:srgbClr val="0A281A"/>
          </a:solidFill>
          <a:ln w="1270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1" y="393192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295"/>
                </a:solidFill>
              </a:rPr>
              <a:t>Flutter 3.x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44368" y="3931920"/>
            <a:ext cx="1792224" cy="384048"/>
          </a:xfrm>
          <a:prstGeom prst="rect">
            <a:avLst/>
          </a:prstGeom>
          <a:solidFill>
            <a:srgbClr val="0A281A"/>
          </a:solidFill>
          <a:ln w="1270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0" y="3931920"/>
            <a:ext cx="1700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295"/>
                </a:solidFill>
              </a:rPr>
              <a:t>Firebase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9472" y="3931920"/>
            <a:ext cx="1353312" cy="384048"/>
          </a:xfrm>
          <a:prstGeom prst="rect">
            <a:avLst/>
          </a:prstGeom>
          <a:solidFill>
            <a:srgbClr val="0A281A"/>
          </a:solidFill>
          <a:ln w="1270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92624" y="3931920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295"/>
                </a:solidFill>
              </a:rPr>
              <a:t>Dart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5664" y="3931920"/>
            <a:ext cx="2670048" cy="384048"/>
          </a:xfrm>
          <a:prstGeom prst="rect">
            <a:avLst/>
          </a:prstGeom>
          <a:solidFill>
            <a:srgbClr val="0A281A"/>
          </a:solidFill>
          <a:ln w="1270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3931920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295"/>
                </a:solidFill>
              </a:rPr>
              <a:t>Multi-plateforme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08592" y="3931920"/>
            <a:ext cx="2121408" cy="384048"/>
          </a:xfrm>
          <a:prstGeom prst="rect">
            <a:avLst/>
          </a:prstGeom>
          <a:solidFill>
            <a:srgbClr val="0A281A"/>
          </a:solidFill>
          <a:ln w="1270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81744" y="393192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295"/>
                </a:solidFill>
              </a:rPr>
              <a:t>Open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4983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 dirty="0" err="1">
                <a:solidFill>
                  <a:srgbClr val="153525"/>
                </a:solidFill>
              </a:rPr>
              <a:t>قُرْآن</a:t>
            </a:r>
            <a:endParaRPr sz="7200" b="0" i="0" dirty="0">
              <a:solidFill>
                <a:srgbClr val="15352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F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657600" cy="36576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295"/>
                </a:solidFill>
              </a:rPr>
              <a:t>02 — FONCTIONNALITÉS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Fonctionnalités Clés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02920" cy="64008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2743200" cy="2103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Authentification Firebase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0720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Connexion, inscription et mot de passe oublié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39" y="1691640"/>
            <a:ext cx="2743200" cy="2103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599" y="18288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Authentification Biométrique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280720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Empreinte digitale et Face ID via local_auth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2743200" cy="2103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Lecteur Audio Coran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0720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Contrôle complet : lecture, pause, navigation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59" y="1691640"/>
            <a:ext cx="2743200" cy="2103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19" y="18288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❤️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Gestion des Favoris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280720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Sauvegarde des sourates préférées en 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23360"/>
            <a:ext cx="2743200" cy="2103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160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09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Horaires de Prière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389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Calcul précis par GPS et géolocalisation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39" y="4023360"/>
            <a:ext cx="2743200" cy="2103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599" y="4160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599" y="4709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Dashboard &amp; Statistiques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599" y="51389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Graphiques d'écoute avec fl_chart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023360"/>
            <a:ext cx="2743200" cy="2103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4160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709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Synchronisation 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1389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Firestore temps réel pour données utilisateur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59" y="4023360"/>
            <a:ext cx="2743200" cy="2103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19" y="4160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709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295"/>
                </a:solidFill>
              </a:rPr>
              <a:t>Paramètres Personnalisables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19" y="51389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Thème, récitateur,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D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295"/>
                </a:solidFill>
              </a:rPr>
              <a:t>03 —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Stack Technique &amp;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02920" cy="64008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2377440" cy="25603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606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295"/>
                </a:solidFill>
              </a:rPr>
              <a:t>UI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999232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Screens
Widgets
Material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1920240"/>
            <a:ext cx="2377440" cy="25603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79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606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295"/>
                </a:solidFill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2999232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Provider
AuthProvider
AudioProvider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920240"/>
            <a:ext cx="2377440" cy="25603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06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295"/>
                </a:solidFill>
              </a:rPr>
              <a:t>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999232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AudioService
AuthService
BiometricService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59" y="1920240"/>
            <a:ext cx="2377440" cy="25603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799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799" y="2606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295"/>
                </a:solidFill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799" y="2999232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Firebase Auth
Firestore
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D295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D295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D295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C8"/>
                </a:solidFill>
              </a:rPr>
              <a:t>Packages principaux 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120640"/>
            <a:ext cx="1737360" cy="347472"/>
          </a:xfrm>
          <a:prstGeom prst="rect">
            <a:avLst/>
          </a:prstGeom>
          <a:solidFill>
            <a:srgbClr val="0D2018"/>
          </a:solidFill>
          <a:ln w="12700">
            <a:solidFill>
              <a:srgbClr val="2A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D295"/>
                </a:solidFill>
              </a:rPr>
              <a:t>just_audio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2032" y="5120640"/>
            <a:ext cx="1536192" cy="347472"/>
          </a:xfrm>
          <a:prstGeom prst="rect">
            <a:avLst/>
          </a:prstGeom>
          <a:solidFill>
            <a:srgbClr val="0D2018"/>
          </a:solidFill>
          <a:ln w="12700">
            <a:solidFill>
              <a:srgbClr val="2A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87752" y="512064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D295"/>
                </a:solidFill>
              </a:rPr>
              <a:t>fl_chart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42816" y="5120640"/>
            <a:ext cx="1737360" cy="347472"/>
          </a:xfrm>
          <a:prstGeom prst="rect">
            <a:avLst/>
          </a:prstGeom>
          <a:solidFill>
            <a:srgbClr val="0D2018"/>
          </a:solidFill>
          <a:ln w="12700">
            <a:solidFill>
              <a:srgbClr val="2A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88536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D295"/>
                </a:solidFill>
              </a:rPr>
              <a:t>local_auth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5120640"/>
            <a:ext cx="1737360" cy="347472"/>
          </a:xfrm>
          <a:prstGeom prst="rect">
            <a:avLst/>
          </a:prstGeom>
          <a:solidFill>
            <a:srgbClr val="0D2018"/>
          </a:solidFill>
          <a:ln w="12700">
            <a:solidFill>
              <a:srgbClr val="2A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0488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D295"/>
                </a:solidFill>
              </a:rPr>
              <a:t>geolocator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5120640"/>
            <a:ext cx="1938528" cy="347472"/>
          </a:xfrm>
          <a:prstGeom prst="rect">
            <a:avLst/>
          </a:prstGeom>
          <a:solidFill>
            <a:srgbClr val="0D2018"/>
          </a:solidFill>
          <a:ln w="12700">
            <a:solidFill>
              <a:srgbClr val="2A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92440" y="5120640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D295"/>
                </a:solidFill>
              </a:rPr>
              <a:t>shared_prefs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5120640"/>
            <a:ext cx="1133856" cy="347472"/>
          </a:xfrm>
          <a:prstGeom prst="rect">
            <a:avLst/>
          </a:prstGeom>
          <a:solidFill>
            <a:srgbClr val="0D2018"/>
          </a:solidFill>
          <a:ln w="12700">
            <a:solidFill>
              <a:srgbClr val="2A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95560" y="5120640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D295"/>
                </a:solidFill>
              </a:rPr>
              <a:t>http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D2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295"/>
                </a:solidFill>
              </a:rPr>
              <a:t>04 —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Authentification &amp; Sécurité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02920" cy="64008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606040" cy="4572000"/>
          </a:xfrm>
          <a:prstGeom prst="rect">
            <a:avLst/>
          </a:prstGeom>
          <a:solidFill>
            <a:srgbClr val="12221A"/>
          </a:solidFill>
          <a:ln w="1905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52043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7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[ Insérez votre capture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7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295"/>
                </a:solidFill>
              </a:rPr>
              <a:t>Splash Screen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691640"/>
            <a:ext cx="2606040" cy="4572000"/>
          </a:xfrm>
          <a:prstGeom prst="rect">
            <a:avLst/>
          </a:prstGeom>
          <a:solidFill>
            <a:srgbClr val="12221A"/>
          </a:solidFill>
          <a:ln w="1905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39" y="352043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406907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[ Insérez votre capture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589787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295"/>
                </a:solidFill>
              </a:rPr>
              <a:t>Connexion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91640"/>
            <a:ext cx="2606040" cy="4572000"/>
          </a:xfrm>
          <a:prstGeom prst="rect">
            <a:avLst/>
          </a:prstGeom>
          <a:solidFill>
            <a:srgbClr val="12221A"/>
          </a:solidFill>
          <a:ln w="1905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3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7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[ Insérez votre capture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89787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295"/>
                </a:solidFill>
              </a:rPr>
              <a:t>Inscription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1691640"/>
            <a:ext cx="2606040" cy="4572000"/>
          </a:xfrm>
          <a:prstGeom prst="rect">
            <a:avLst/>
          </a:prstGeom>
          <a:solidFill>
            <a:srgbClr val="12221A"/>
          </a:solidFill>
          <a:ln w="1905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59" y="352043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406907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[ Insérez votre capture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589787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295"/>
                </a:solidFill>
              </a:rPr>
              <a:t>Biométrie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D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295"/>
                </a:solidFill>
              </a:rPr>
              <a:t>04 —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Lecteur Audio &amp;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02920" cy="64008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606040" cy="4572000"/>
          </a:xfrm>
          <a:prstGeom prst="rect">
            <a:avLst/>
          </a:prstGeom>
          <a:solidFill>
            <a:srgbClr val="12221A"/>
          </a:solidFill>
          <a:ln w="1905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52043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7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[ Insérez votre capture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7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295"/>
                </a:solidFill>
              </a:rPr>
              <a:t>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691640"/>
            <a:ext cx="2606040" cy="4572000"/>
          </a:xfrm>
          <a:prstGeom prst="rect">
            <a:avLst/>
          </a:prstGeom>
          <a:solidFill>
            <a:srgbClr val="12221A"/>
          </a:solidFill>
          <a:ln w="1905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39" y="352043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406907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[ Insérez votre capture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589787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295"/>
                </a:solidFill>
              </a:rPr>
              <a:t>Lecteur Audio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91640"/>
            <a:ext cx="2606040" cy="4572000"/>
          </a:xfrm>
          <a:prstGeom prst="rect">
            <a:avLst/>
          </a:prstGeom>
          <a:solidFill>
            <a:srgbClr val="12221A"/>
          </a:solidFill>
          <a:ln w="1905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3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7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[ Insérez votre capture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89787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295"/>
                </a:solidFill>
              </a:rPr>
              <a:t>Favoris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1691640"/>
            <a:ext cx="2606040" cy="4572000"/>
          </a:xfrm>
          <a:prstGeom prst="rect">
            <a:avLst/>
          </a:prstGeom>
          <a:solidFill>
            <a:srgbClr val="12221A"/>
          </a:solidFill>
          <a:ln w="1905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59" y="352043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406907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[ Insérez votre capture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589787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295"/>
                </a:solidFill>
              </a:rPr>
              <a:t>Horaires Prière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D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295"/>
                </a:solidFill>
              </a:rPr>
              <a:t>05 — DÉFIS &amp;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Défis Techniques Rencontrés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02920" cy="64008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486400" cy="21488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4008" cy="214884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562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5623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Intégration Biométrique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50008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Compatibilité multi-plateforme avec local_auth.
Gestion des fallbacks et permissions.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488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64008" cy="214884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18562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85623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Lecteur Audio Persistant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350008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Maintien de la lecture entre les navigations via PersistentPlayerWrapper.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69080"/>
            <a:ext cx="5486400" cy="21488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64008" cy="214884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336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3367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Synchronisation Temps Réel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727448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Sync favoris &amp; stats avec Firestore sans conflits ni perte de données.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069080"/>
            <a:ext cx="5486400" cy="21488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4069080"/>
            <a:ext cx="64008" cy="214884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42336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23367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Horaires de Prière GPS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727448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Calcul précis par localisation et gestion des permissions géolocalisation.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-914400"/>
            <a:ext cx="4114800" cy="41148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noFill/>
          <a:ln w="15240">
            <a:solidFill>
              <a:srgbClr val="15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295"/>
                </a:solidFill>
              </a:rPr>
              <a:t>06 — CONCLUSION &amp; 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02920" cy="64008"/>
          </a:xfrm>
          <a:prstGeom prst="rect">
            <a:avLst/>
          </a:prstGeom>
          <a:solidFill>
            <a:srgbClr val="4A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554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8"/>
                </a:solidFill>
              </a:rPr>
              <a:t>Curan est une application complète alliant sécurité, spiritualité et technologie moderne.
Développée avec Flutter et Firebase, elle offre une expérience utilisateur fluide et personnalisée.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3566160" cy="2560320"/>
          </a:xfrm>
          <a:prstGeom prst="rect">
            <a:avLst/>
          </a:prstGeom>
          <a:solidFill>
            <a:srgbClr val="0A281A"/>
          </a:solidFill>
          <a:ln w="1270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40233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Réalisé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1091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Lecteur, Auth, Biométrie,
Favoris, Prières, Stats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840480"/>
            <a:ext cx="3566160" cy="2560320"/>
          </a:xfrm>
          <a:prstGeom prst="rect">
            <a:avLst/>
          </a:prstGeom>
          <a:solidFill>
            <a:srgbClr val="0A281A"/>
          </a:solidFill>
          <a:ln w="1270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0233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Perspectives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01091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Mode hors-ligne, Notifications,
Tafsir intégré, Widget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840480"/>
            <a:ext cx="3566160" cy="2560320"/>
          </a:xfrm>
          <a:prstGeom prst="rect">
            <a:avLst/>
          </a:prstGeom>
          <a:solidFill>
            <a:srgbClr val="0A281A"/>
          </a:solidFill>
          <a:ln w="12700">
            <a:solidFill>
              <a:srgbClr val="4AD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9" y="40233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295"/>
                </a:solidFill>
              </a:rPr>
              <a:t>Merci 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501091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[ Votre Nom Complet ]
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539</Words>
  <Application>Microsoft Office PowerPoint</Application>
  <PresentationFormat>Custom</PresentationFormat>
  <Paragraphs>157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2026-05-02T22:00:23Z</dcterms:modified>
  <cp:category/>
</cp:coreProperties>
</file>